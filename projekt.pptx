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8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90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01B0A761-7F27-493D-9793-A1FC02BEB453}"/>
              </a:ext>
            </a:extLst>
          </p:cNvPr>
          <p:cNvSpPr/>
          <p:nvPr/>
        </p:nvSpPr>
        <p:spPr>
          <a:xfrm>
            <a:off x="457200" y="1590752"/>
            <a:ext cx="8136384" cy="4330653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62507890-26BB-4303-910C-FECFE79B5ABC}"/>
              </a:ext>
            </a:extLst>
          </p:cNvPr>
          <p:cNvSpPr/>
          <p:nvPr/>
        </p:nvSpPr>
        <p:spPr>
          <a:xfrm>
            <a:off x="2232736" y="491400"/>
            <a:ext cx="4700724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590" y="274638"/>
            <a:ext cx="8229600" cy="1143000"/>
          </a:xfrm>
          <a:noFill/>
        </p:spPr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Projekt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bemutatása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Egy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többoldalas</a:t>
            </a:r>
            <a:r>
              <a:rPr dirty="0">
                <a:solidFill>
                  <a:schemeClr val="bg1"/>
                </a:solidFill>
              </a:rPr>
              <a:t> Formula–1 </a:t>
            </a:r>
            <a:r>
              <a:rPr dirty="0" err="1">
                <a:solidFill>
                  <a:schemeClr val="bg1"/>
                </a:solidFill>
              </a:rPr>
              <a:t>témájú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weboldalt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készítettünk</a:t>
            </a:r>
            <a:r>
              <a:rPr dirty="0">
                <a:solidFill>
                  <a:schemeClr val="bg1"/>
                </a:solidFill>
              </a:rPr>
              <a:t> HTML, CSS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JavaScript </a:t>
            </a:r>
            <a:r>
              <a:rPr dirty="0" err="1">
                <a:solidFill>
                  <a:schemeClr val="bg1"/>
                </a:solidFill>
              </a:rPr>
              <a:t>segítségével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>
                <a:solidFill>
                  <a:schemeClr val="bg1"/>
                </a:solidFill>
              </a:rPr>
              <a:t>A </a:t>
            </a:r>
            <a:r>
              <a:rPr dirty="0" err="1">
                <a:solidFill>
                  <a:schemeClr val="bg1"/>
                </a:solidFill>
              </a:rPr>
              <a:t>cél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egy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látványos</a:t>
            </a:r>
            <a:r>
              <a:rPr dirty="0">
                <a:solidFill>
                  <a:schemeClr val="bg1"/>
                </a:solidFill>
              </a:rPr>
              <a:t>, modern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interaktív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oldal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létrehozása</a:t>
            </a:r>
            <a:r>
              <a:rPr dirty="0">
                <a:solidFill>
                  <a:schemeClr val="bg1"/>
                </a:solidFill>
              </a:rPr>
              <a:t> volt, </a:t>
            </a:r>
            <a:r>
              <a:rPr dirty="0" err="1">
                <a:solidFill>
                  <a:schemeClr val="bg1"/>
                </a:solidFill>
              </a:rPr>
              <a:t>amely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bemutatja</a:t>
            </a:r>
            <a:r>
              <a:rPr dirty="0">
                <a:solidFill>
                  <a:schemeClr val="bg1"/>
                </a:solidFill>
              </a:rPr>
              <a:t> a Red Bull Racing </a:t>
            </a:r>
            <a:r>
              <a:rPr dirty="0" err="1">
                <a:solidFill>
                  <a:schemeClr val="bg1"/>
                </a:solidFill>
              </a:rPr>
              <a:t>történetét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pilótáit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pályáját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>
                <a:solidFill>
                  <a:schemeClr val="bg1"/>
                </a:solidFill>
              </a:rPr>
              <a:t>A </a:t>
            </a:r>
            <a:r>
              <a:rPr dirty="0" err="1">
                <a:solidFill>
                  <a:schemeClr val="bg1"/>
                </a:solidFill>
              </a:rPr>
              <a:t>projekt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során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külön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fájlokban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kezeltük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struktúrát</a:t>
            </a:r>
            <a:r>
              <a:rPr dirty="0">
                <a:solidFill>
                  <a:schemeClr val="bg1"/>
                </a:solidFill>
              </a:rPr>
              <a:t>, a design-t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működést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A2477B55-9FCE-4D25-8CCE-B1CAEDE3251C}"/>
              </a:ext>
            </a:extLst>
          </p:cNvPr>
          <p:cNvSpPr/>
          <p:nvPr/>
        </p:nvSpPr>
        <p:spPr>
          <a:xfrm>
            <a:off x="457200" y="1590752"/>
            <a:ext cx="8136384" cy="4330653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B5E994A8-7D24-401E-B0AD-8AF30817CDFE}"/>
              </a:ext>
            </a:extLst>
          </p:cNvPr>
          <p:cNvSpPr/>
          <p:nvPr/>
        </p:nvSpPr>
        <p:spPr>
          <a:xfrm>
            <a:off x="1065320" y="523783"/>
            <a:ext cx="7013360" cy="745724"/>
          </a:xfrm>
          <a:prstGeom prst="roundRect">
            <a:avLst/>
          </a:prstGeom>
          <a:solidFill>
            <a:schemeClr val="tx1">
              <a:lumMod val="65000"/>
              <a:lumOff val="35000"/>
              <a:alpha val="39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439" y="514336"/>
            <a:ext cx="6849122" cy="745724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HTML – </a:t>
            </a:r>
            <a:r>
              <a:rPr dirty="0" err="1">
                <a:solidFill>
                  <a:schemeClr val="bg1"/>
                </a:solidFill>
              </a:rPr>
              <a:t>Felépítés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struktúra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 HTML </a:t>
            </a:r>
            <a:r>
              <a:rPr dirty="0" err="1">
                <a:solidFill>
                  <a:schemeClr val="bg1"/>
                </a:solidFill>
              </a:rPr>
              <a:t>biztosítja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az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oldal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alap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szerkezetét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 err="1">
                <a:solidFill>
                  <a:schemeClr val="bg1"/>
                </a:solidFill>
              </a:rPr>
              <a:t>Használtunk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szemantikus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elemeket</a:t>
            </a:r>
            <a:r>
              <a:rPr dirty="0">
                <a:solidFill>
                  <a:schemeClr val="bg1"/>
                </a:solidFill>
              </a:rPr>
              <a:t> (nav, header, main, section), </a:t>
            </a:r>
            <a:r>
              <a:rPr dirty="0" err="1">
                <a:solidFill>
                  <a:schemeClr val="bg1"/>
                </a:solidFill>
              </a:rPr>
              <a:t>amelyek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átláthatóvá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teszik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kódot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>
                <a:solidFill>
                  <a:schemeClr val="bg1"/>
                </a:solidFill>
              </a:rPr>
              <a:t>Az </a:t>
            </a:r>
            <a:r>
              <a:rPr dirty="0" err="1">
                <a:solidFill>
                  <a:schemeClr val="bg1"/>
                </a:solidFill>
              </a:rPr>
              <a:t>oldalak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külön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fájlokban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vannak</a:t>
            </a:r>
            <a:r>
              <a:rPr dirty="0">
                <a:solidFill>
                  <a:schemeClr val="bg1"/>
                </a:solidFill>
              </a:rPr>
              <a:t> (pl. </a:t>
            </a:r>
            <a:r>
              <a:rPr dirty="0" err="1">
                <a:solidFill>
                  <a:schemeClr val="bg1"/>
                </a:solidFill>
              </a:rPr>
              <a:t>pilóták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pálya</a:t>
            </a:r>
            <a:r>
              <a:rPr dirty="0">
                <a:solidFill>
                  <a:schemeClr val="bg1"/>
                </a:solidFill>
              </a:rPr>
              <a:t>),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linkekkel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vannak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összekötve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 err="1">
                <a:solidFill>
                  <a:schemeClr val="bg1"/>
                </a:solidFill>
              </a:rPr>
              <a:t>Táblázatokat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képeket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videókat</a:t>
            </a:r>
            <a:r>
              <a:rPr dirty="0">
                <a:solidFill>
                  <a:schemeClr val="bg1"/>
                </a:solidFill>
              </a:rPr>
              <a:t> is </a:t>
            </a:r>
            <a:r>
              <a:rPr dirty="0" err="1">
                <a:solidFill>
                  <a:schemeClr val="bg1"/>
                </a:solidFill>
              </a:rPr>
              <a:t>beépítettünk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3C9D8E2E-B388-4C40-8C7C-B1D53F645588}"/>
              </a:ext>
            </a:extLst>
          </p:cNvPr>
          <p:cNvSpPr/>
          <p:nvPr/>
        </p:nvSpPr>
        <p:spPr>
          <a:xfrm>
            <a:off x="1677880" y="491400"/>
            <a:ext cx="5788240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02370EFB-AD68-41FE-81C5-EB933ADAA5D0}"/>
              </a:ext>
            </a:extLst>
          </p:cNvPr>
          <p:cNvSpPr/>
          <p:nvPr/>
        </p:nvSpPr>
        <p:spPr>
          <a:xfrm>
            <a:off x="457200" y="1590752"/>
            <a:ext cx="8136384" cy="3815749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CSS – Design és formázás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 CSS külön fájlban (f1css.css) található.</a:t>
            </a:r>
          </a:p>
          <a:p>
            <a:r>
              <a:rPr>
                <a:solidFill>
                  <a:schemeClr val="bg1"/>
                </a:solidFill>
              </a:rPr>
              <a:t>Itt állítottuk be a színeket, betűtípusokat, háttérképeket és az elrendezést.</a:t>
            </a:r>
          </a:p>
          <a:p>
            <a:r>
              <a:rPr>
                <a:solidFill>
                  <a:schemeClr val="bg1"/>
                </a:solidFill>
              </a:rPr>
              <a:t>Használtunk class és id szelektorokat a pontos formázáshoz.</a:t>
            </a:r>
          </a:p>
          <a:p>
            <a:r>
              <a:rPr>
                <a:solidFill>
                  <a:schemeClr val="bg1"/>
                </a:solidFill>
              </a:rPr>
              <a:t>Fontos volt az egységes, Red Bull stílusú megjelenés.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56A51B19-590B-4AD0-BF3B-887086E7C268}"/>
              </a:ext>
            </a:extLst>
          </p:cNvPr>
          <p:cNvSpPr/>
          <p:nvPr/>
        </p:nvSpPr>
        <p:spPr>
          <a:xfrm>
            <a:off x="1349405" y="491400"/>
            <a:ext cx="6471821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620EBAD3-3D23-4AAE-A09A-CE5588E3FCC9}"/>
              </a:ext>
            </a:extLst>
          </p:cNvPr>
          <p:cNvSpPr/>
          <p:nvPr/>
        </p:nvSpPr>
        <p:spPr>
          <a:xfrm>
            <a:off x="457200" y="1590752"/>
            <a:ext cx="8136384" cy="3824627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Modern design megoldások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Glassmorphism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áttetsző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elmosott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háttér</a:t>
            </a:r>
            <a:r>
              <a:rPr dirty="0">
                <a:solidFill>
                  <a:schemeClr val="bg1"/>
                </a:solidFill>
              </a:rPr>
              <a:t> (blur + opacity).</a:t>
            </a:r>
          </a:p>
          <a:p>
            <a:r>
              <a:rPr dirty="0">
                <a:solidFill>
                  <a:schemeClr val="bg1"/>
                </a:solidFill>
              </a:rPr>
              <a:t>Gradient </a:t>
            </a:r>
            <a:r>
              <a:rPr dirty="0" err="1">
                <a:solidFill>
                  <a:schemeClr val="bg1"/>
                </a:solidFill>
              </a:rPr>
              <a:t>szövegek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élénk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színek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címeknél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 err="1">
                <a:solidFill>
                  <a:schemeClr val="bg1"/>
                </a:solidFill>
              </a:rPr>
              <a:t>Árnyékok</a:t>
            </a:r>
            <a:r>
              <a:rPr dirty="0">
                <a:solidFill>
                  <a:schemeClr val="bg1"/>
                </a:solidFill>
              </a:rPr>
              <a:t> (box-shadow)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lekerekített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sarkok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modernebb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kinézethez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 err="1">
                <a:solidFill>
                  <a:schemeClr val="bg1"/>
                </a:solidFill>
              </a:rPr>
              <a:t>Ezek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együtt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egy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látványos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prémium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hatást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adnak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B886DDF1-1EFF-4F55-AB26-51F9EBE5A609}"/>
              </a:ext>
            </a:extLst>
          </p:cNvPr>
          <p:cNvSpPr/>
          <p:nvPr/>
        </p:nvSpPr>
        <p:spPr>
          <a:xfrm>
            <a:off x="2232736" y="491400"/>
            <a:ext cx="4700724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18A5FA08-4B4D-45AF-A5E1-6B40EB801832}"/>
              </a:ext>
            </a:extLst>
          </p:cNvPr>
          <p:cNvSpPr/>
          <p:nvPr/>
        </p:nvSpPr>
        <p:spPr>
          <a:xfrm>
            <a:off x="457200" y="1590752"/>
            <a:ext cx="8136384" cy="4330653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Elrendezés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Flexbox és Grid rendszert használtunk az elemek elhelyezésére.</a:t>
            </a:r>
          </a:p>
          <a:p>
            <a:r>
              <a:rPr>
                <a:solidFill>
                  <a:schemeClr val="bg1"/>
                </a:solidFill>
              </a:rPr>
              <a:t>A menü fixen a képernyő tetején marad (position: fixed).</a:t>
            </a:r>
          </a:p>
          <a:p>
            <a:r>
              <a:rPr>
                <a:solidFill>
                  <a:schemeClr val="bg1"/>
                </a:solidFill>
              </a:rPr>
              <a:t>A tartalom középre van igazítva container-ekkel.</a:t>
            </a:r>
          </a:p>
          <a:p>
            <a:r>
              <a:rPr>
                <a:solidFill>
                  <a:schemeClr val="bg1"/>
                </a:solidFill>
              </a:rPr>
              <a:t>Kártya alapú (card) elrendezést alkalmaztunk a jobb átláthatóságért.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54055375-99D1-4919-B528-E04163553C35}"/>
              </a:ext>
            </a:extLst>
          </p:cNvPr>
          <p:cNvSpPr/>
          <p:nvPr/>
        </p:nvSpPr>
        <p:spPr>
          <a:xfrm>
            <a:off x="1615736" y="491400"/>
            <a:ext cx="5956916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2AE116C3-AB7D-464D-B2BA-A0900145D00C}"/>
              </a:ext>
            </a:extLst>
          </p:cNvPr>
          <p:cNvSpPr/>
          <p:nvPr/>
        </p:nvSpPr>
        <p:spPr>
          <a:xfrm>
            <a:off x="457200" y="1590752"/>
            <a:ext cx="8136384" cy="3966669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Interaktivitás –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JavaScript segítségével tettük interaktívvá az oldalt.</a:t>
            </a:r>
          </a:p>
          <a:p>
            <a:r>
              <a:rPr>
                <a:solidFill>
                  <a:schemeClr val="bg1"/>
                </a:solidFill>
              </a:rPr>
              <a:t>A playVideo() függvény kattintásra elindítja a videót.</a:t>
            </a:r>
          </a:p>
          <a:p>
            <a:r>
              <a:rPr>
                <a:solidFill>
                  <a:schemeClr val="bg1"/>
                </a:solidFill>
              </a:rPr>
              <a:t>A program elrejti a borítóképet és megjeleníti a videót.</a:t>
            </a:r>
          </a:p>
          <a:p>
            <a:r>
              <a:rPr>
                <a:solidFill>
                  <a:schemeClr val="bg1"/>
                </a:solidFill>
              </a:rPr>
              <a:t>Ez DOM manipulációval történik.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039DDCA-EAD8-4C1C-A1A6-3BF24F6EE8D7}"/>
              </a:ext>
            </a:extLst>
          </p:cNvPr>
          <p:cNvSpPr/>
          <p:nvPr/>
        </p:nvSpPr>
        <p:spPr>
          <a:xfrm>
            <a:off x="457200" y="1590752"/>
            <a:ext cx="8136384" cy="4330653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15F167B4-6F07-40AA-A2BB-7CDEC32C3F52}"/>
              </a:ext>
            </a:extLst>
          </p:cNvPr>
          <p:cNvSpPr/>
          <p:nvPr/>
        </p:nvSpPr>
        <p:spPr>
          <a:xfrm>
            <a:off x="2006352" y="491400"/>
            <a:ext cx="5078029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Effektek és animációk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Hover effekteket használtunk (nagyítás, színváltás).</a:t>
            </a:r>
          </a:p>
          <a:p>
            <a:r>
              <a:rPr>
                <a:solidFill>
                  <a:schemeClr val="bg1"/>
                </a:solidFill>
              </a:rPr>
              <a:t>Transform és transition segítségével animáltuk az elemeket.</a:t>
            </a:r>
          </a:p>
          <a:p>
            <a:r>
              <a:rPr>
                <a:solidFill>
                  <a:schemeClr val="bg1"/>
                </a:solidFill>
              </a:rPr>
              <a:t>Keyframes animációt alkalmaztunk a címsorhoz.</a:t>
            </a:r>
          </a:p>
          <a:p>
            <a:r>
              <a:rPr>
                <a:solidFill>
                  <a:schemeClr val="bg1"/>
                </a:solidFill>
              </a:rPr>
              <a:t>Ezek dinamikusabbá és élvezetesebbé teszik az oldalt.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49AD019E-A13C-4F9B-891A-73E6E3A85830}"/>
              </a:ext>
            </a:extLst>
          </p:cNvPr>
          <p:cNvSpPr/>
          <p:nvPr/>
        </p:nvSpPr>
        <p:spPr>
          <a:xfrm>
            <a:off x="2121763" y="491400"/>
            <a:ext cx="4873841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05B53E0B-2ABB-4F58-8D87-70E3E6CEA2B7}"/>
              </a:ext>
            </a:extLst>
          </p:cNvPr>
          <p:cNvSpPr/>
          <p:nvPr/>
        </p:nvSpPr>
        <p:spPr>
          <a:xfrm>
            <a:off x="457200" y="1590753"/>
            <a:ext cx="8136384" cy="3469520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Reszponzív működés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@media query segítségével mobilbaráttá tettük az oldalt.</a:t>
            </a:r>
          </a:p>
          <a:p>
            <a:r>
              <a:rPr>
                <a:solidFill>
                  <a:schemeClr val="bg1"/>
                </a:solidFill>
              </a:rPr>
              <a:t>Kisebb képernyőn az elemek egymás alá kerülnek.</a:t>
            </a:r>
          </a:p>
          <a:p>
            <a:r>
              <a:rPr>
                <a:solidFill>
                  <a:schemeClr val="bg1"/>
                </a:solidFill>
              </a:rPr>
              <a:t>A menü és a grid layout is alkalmazkodik.</a:t>
            </a:r>
          </a:p>
          <a:p>
            <a:r>
              <a:rPr>
                <a:solidFill>
                  <a:schemeClr val="bg1"/>
                </a:solidFill>
              </a:rPr>
              <a:t>Így minden eszközön jól használható az oldal.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7DAE9D3-014C-4116-808E-48C82042DC76}"/>
              </a:ext>
            </a:extLst>
          </p:cNvPr>
          <p:cNvSpPr/>
          <p:nvPr/>
        </p:nvSpPr>
        <p:spPr>
          <a:xfrm>
            <a:off x="3293616" y="491400"/>
            <a:ext cx="2556768" cy="724841"/>
          </a:xfrm>
          <a:prstGeom prst="roundRect">
            <a:avLst>
              <a:gd name="adj" fmla="val 3213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DA4BCDA0-9ACF-4639-89FF-F307F55290C8}"/>
              </a:ext>
            </a:extLst>
          </p:cNvPr>
          <p:cNvSpPr/>
          <p:nvPr/>
        </p:nvSpPr>
        <p:spPr>
          <a:xfrm>
            <a:off x="457200" y="1590752"/>
            <a:ext cx="8136384" cy="3274211"/>
          </a:xfrm>
          <a:prstGeom prst="roundRect">
            <a:avLst>
              <a:gd name="adj" fmla="val 641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 </a:t>
            </a:r>
            <a:r>
              <a:rPr dirty="0" err="1">
                <a:solidFill>
                  <a:schemeClr val="bg1"/>
                </a:solidFill>
              </a:rPr>
              <a:t>projekt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során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megtanultuk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hogyan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működik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együtt</a:t>
            </a:r>
            <a:r>
              <a:rPr dirty="0">
                <a:solidFill>
                  <a:schemeClr val="bg1"/>
                </a:solidFill>
              </a:rPr>
              <a:t> a HTML, CSS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JavaScript.</a:t>
            </a:r>
          </a:p>
          <a:p>
            <a:r>
              <a:rPr dirty="0" err="1">
                <a:solidFill>
                  <a:schemeClr val="bg1"/>
                </a:solidFill>
              </a:rPr>
              <a:t>Egy</a:t>
            </a:r>
            <a:r>
              <a:rPr dirty="0">
                <a:solidFill>
                  <a:schemeClr val="bg1"/>
                </a:solidFill>
              </a:rPr>
              <a:t> modern, </a:t>
            </a:r>
            <a:r>
              <a:rPr dirty="0" err="1">
                <a:solidFill>
                  <a:schemeClr val="bg1"/>
                </a:solidFill>
              </a:rPr>
              <a:t>látványos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interaktív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weboldalt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hoztunk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létre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r>
              <a:rPr dirty="0">
                <a:solidFill>
                  <a:schemeClr val="bg1"/>
                </a:solidFill>
              </a:rPr>
              <a:t>A </a:t>
            </a:r>
            <a:r>
              <a:rPr dirty="0" err="1">
                <a:solidFill>
                  <a:schemeClr val="bg1"/>
                </a:solidFill>
              </a:rPr>
              <a:t>hangsúly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designon</a:t>
            </a:r>
            <a:r>
              <a:rPr dirty="0">
                <a:solidFill>
                  <a:schemeClr val="bg1"/>
                </a:solidFill>
              </a:rPr>
              <a:t>, a </a:t>
            </a:r>
            <a:r>
              <a:rPr dirty="0" err="1">
                <a:solidFill>
                  <a:schemeClr val="bg1"/>
                </a:solidFill>
              </a:rPr>
              <a:t>felhasználói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élményen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és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strukturált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kódon</a:t>
            </a:r>
            <a:r>
              <a:rPr dirty="0">
                <a:solidFill>
                  <a:schemeClr val="bg1"/>
                </a:solidFill>
              </a:rPr>
              <a:t> volt.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387</Words>
  <Application>Microsoft Office PowerPoint</Application>
  <PresentationFormat>Diavetítés a képernyőre (4:3 oldalarány)</PresentationFormat>
  <Paragraphs>43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Projekt bemutatása</vt:lpstr>
      <vt:lpstr>HTML – Felépítés és struktúra</vt:lpstr>
      <vt:lpstr>CSS – Design és formázás</vt:lpstr>
      <vt:lpstr>Modern design megoldások</vt:lpstr>
      <vt:lpstr>Elrendezés és layout</vt:lpstr>
      <vt:lpstr>Interaktivitás – JavaScript</vt:lpstr>
      <vt:lpstr>Effektek és animációk</vt:lpstr>
      <vt:lpstr>Reszponzív működés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bemutatása</dc:title>
  <dc:subject/>
  <dc:creator/>
  <cp:keywords/>
  <dc:description>generated using python-pptx</dc:description>
  <cp:lastModifiedBy>D244TAN-04</cp:lastModifiedBy>
  <cp:revision>4</cp:revision>
  <dcterms:created xsi:type="dcterms:W3CDTF">2013-01-27T09:14:16Z</dcterms:created>
  <dcterms:modified xsi:type="dcterms:W3CDTF">2026-04-27T11:07:46Z</dcterms:modified>
  <cp:category/>
</cp:coreProperties>
</file>